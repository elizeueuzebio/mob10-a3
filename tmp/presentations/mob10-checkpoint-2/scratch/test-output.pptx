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0ade9c2c164098" /><Relationship Type="http://schemas.openxmlformats.org/officeDocument/2006/relationships/extended-properties" Target="/docProps/app.xml" Id="R1754f0ce74ea49d5" /><Relationship Type="http://schemas.openxmlformats.org/officeDocument/2006/relationships/officeDocument" Target="/ppt/presentation.xml" Id="R1812ff7cb32840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47d116b0994799"/>
  </p:sldMasterIdLst>
  <p:notesMasterIdLst>
    <p:notesMasterId xmlns:r="http://schemas.openxmlformats.org/officeDocument/2006/relationships" r:id="R60c3fee50d6a4bc1"/>
  </p:notesMasterIdLst>
  <p:sldIdLst>
    <p:sldId xmlns:r="http://schemas.openxmlformats.org/officeDocument/2006/relationships" id="256" r:id="R359ddad40f0842b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7d116b0994799" /><Relationship Type="http://schemas.openxmlformats.org/officeDocument/2006/relationships/theme" Target="/ppt/theme/theme1.xml" Id="Rd62293fb432a478e" /><Relationship Type="http://schemas.openxmlformats.org/officeDocument/2006/relationships/notesMaster" Target="/ppt/notesMasters/notesMaster1.xml" Id="R60c3fee50d6a4bc1" /><Relationship Type="http://schemas.openxmlformats.org/officeDocument/2006/relationships/presProps" Target="/ppt/presProps.xml" Id="Rb2e3f3164b3e4f99" /><Relationship Type="http://schemas.openxmlformats.org/officeDocument/2006/relationships/viewProps" Target="/ppt/viewProps.xml" Id="R0ed6370369714d8f" /><Relationship Type="http://schemas.openxmlformats.org/officeDocument/2006/relationships/tableStyles" Target="/ppt/tableStyles.xml" Id="R48a6a23af6e540e6" /><Relationship Type="http://schemas.openxmlformats.org/officeDocument/2006/relationships/slide" Target="/ppt/slides/slide1.xml" Id="R359ddad40f0842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1a4e776a1ed48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caf23380b94488" /><Relationship Type="http://schemas.openxmlformats.org/officeDocument/2006/relationships/notesMaster" Target="/ppt/notesMasters/notesMaster1.xml" Id="R6e57d80f26d849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24dd7b6994b6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614e41ccb0c4718" /><Relationship Type="http://schemas.openxmlformats.org/officeDocument/2006/relationships/slideLayout" Target="/ppt/slideLayouts/slideLayout2.xml" Id="Rfec43614b84f40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c43614b84f40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f623035db1447e" /><Relationship Type="http://schemas.openxmlformats.org/officeDocument/2006/relationships/notesSlide" Target="/ppt/notesSlides/notesSlide1.xml" Id="R9c19371b4a594f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77192C8C-843D-425E-8228-9B6EA4B7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Teste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0F70F9-1DD2-4DEF-B14D-FCADD64C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676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Subtitulo</a:t>
            </a:r>
          </a:p>
        </p:txBody>
      </p:sp>
    </p:spTree>
    <p:extLst>
      <p:ext uri="{BB962C8B-B14F-4D97-AF65-F5344CB8AC3E}">
        <p14:creationId xmlns:p14="http://schemas.microsoft.com/office/powerpoint/2010/main" val="512592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2026-04-28T01:39:25.9010000Z</dcterms:created>
  <dcterms:modified xsi:type="dcterms:W3CDTF">2026-04-28T01:39:25.9010000Z</dcterms:modified>
</coreProperties>
</file>